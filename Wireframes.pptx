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95" d="100"/>
          <a:sy n="95" d="100"/>
        </p:scale>
        <p:origin x="2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C80D3-2D0A-79B0-2634-E3E51169D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1CF6B-4BFD-9685-4C2D-2E9531BB2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71EEB-0098-BDC2-BFD7-97C7ED2C5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E22BC-F9DE-4AC0-95E6-E7098AFB2EF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EBD4D-2AE2-ED09-C475-5A62CEDD5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02496-F47E-3105-AB43-5AE8AAEC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4A9F1-F378-46AD-BBFA-5BCD2A2B4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35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FA14D-8CB5-1B09-06DB-CA2D57C0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B6740-92B3-26B7-289E-53EBC0AB3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4A8B2-8DD2-C3BE-5276-53F03AE9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E22BC-F9DE-4AC0-95E6-E7098AFB2EF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855CA-2A87-5692-3C2F-E472B988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3DA50-B3EC-4024-6543-0EAD34D49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4A9F1-F378-46AD-BBFA-5BCD2A2B4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45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39632-F813-456D-2686-3090464B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1F08B-C015-88D0-9785-A9D584642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89AA3-9FCF-BD7C-98A3-5994809B5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E22BC-F9DE-4AC0-95E6-E7098AFB2EF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6DD66-7E0B-E9AE-6686-EFE25AAC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1ECF1-0920-5CE7-7517-AB51205A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4A9F1-F378-46AD-BBFA-5BCD2A2B4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963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9E5AA-D573-F3E7-7726-A5F4E5EBB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70E7F-CD1A-E4F6-BFF5-4B31F180B2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66B40-9420-5B72-689B-4745B9E88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CD42E-F820-5AA6-88FB-A7453A472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E22BC-F9DE-4AC0-95E6-E7098AFB2EF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66331-B36D-7499-62B6-F10EEF304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2348A-5BA0-C64F-1AA3-C654713CA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4A9F1-F378-46AD-BBFA-5BCD2A2B4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678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6BA05-B1A0-3E14-E53B-C81608F3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01BA0-D062-A462-C4E0-66ACAA1C1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1C149-8FBF-91DC-0F7E-4DE07B265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524716-3BBB-F48A-B86C-714D358A3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926AF7-B8F0-FAAF-D9DA-85DB40213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21055-81B6-B32D-58F5-F468D6E8B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E22BC-F9DE-4AC0-95E6-E7098AFB2EF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759E8-0F4A-94AB-DFB7-E61619B2B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94E60F-4558-29FE-AA97-CA595CC8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4A9F1-F378-46AD-BBFA-5BCD2A2B4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048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A2AA4-EDD5-108E-8B7B-8A120087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245A68-1849-46B9-E7A2-895B5673C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E22BC-F9DE-4AC0-95E6-E7098AFB2EF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1F6514-DBFB-B727-5BC8-22BBD4D7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62557-120B-897D-6661-EAE966B3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4A9F1-F378-46AD-BBFA-5BCD2A2B4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38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86074A-CFCE-9520-37B0-C99E094C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E22BC-F9DE-4AC0-95E6-E7098AFB2EF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FD01A1-1346-3E33-8007-AD5CEDA7E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26420-8C56-1A67-1517-B23D2060D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4A9F1-F378-46AD-BBFA-5BCD2A2B4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09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5974-6DB3-CBA3-F50C-1C9A63895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92E9B-C856-67D6-B31E-F6E7A607B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65C0E-521D-8ED6-C1BE-DF72BACA3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B1589-DB59-D3AB-4D34-A7EDC0888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E22BC-F9DE-4AC0-95E6-E7098AFB2EF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4D118-9ED4-C81F-B60F-947C5A7F1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28D97-9746-F910-4954-86311D92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4A9F1-F378-46AD-BBFA-5BCD2A2B4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768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7892-00B0-A795-7C0C-5C219ED3F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0F169E-CF03-4692-2597-38BEFE850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ACA78-88BB-AD86-D930-CAF7EB9AD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1EA4A-DFE4-1194-2F92-62F069D4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E22BC-F9DE-4AC0-95E6-E7098AFB2EF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B7D6F-BF7C-3450-81FE-4BFD62F1E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1EA66-F1FA-186E-39A7-F693D8D5A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4A9F1-F378-46AD-BBFA-5BCD2A2B4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55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F1DC-DB8B-709D-E1D6-869A9DA52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4C35B-7CE6-DBEB-C531-FE9786558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6D76A-3925-458F-7C25-428F42767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E22BC-F9DE-4AC0-95E6-E7098AFB2EF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B4E9B-29E3-BC52-F854-1610BEFD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74977-AE5C-CE09-BACB-2EB95A653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4A9F1-F378-46AD-BBFA-5BCD2A2B4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269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C0E916-3967-7DB9-1416-84572DDE83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6DD76-5342-2B19-B7C2-23581B713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D71D8-00F2-1DE2-C4BF-7CE7B3FFD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E22BC-F9DE-4AC0-95E6-E7098AFB2EF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F6E46-A6DA-0AD8-01E7-CD04F1E8A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E7D58-5C0B-28D4-1080-78FE7D39C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4A9F1-F378-46AD-BBFA-5BCD2A2B4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65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D1529D-E85A-04EC-C9ED-41790CC6B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CEA45-8174-99FA-8901-4DDF7F9A6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99B15-F019-95D2-7EBC-176EFF275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E22BC-F9DE-4AC0-95E6-E7098AFB2EF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462B3-6EB4-1E6A-B184-698161970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B7A45-CCF6-A62B-A9FD-B22BDA57A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94A9F1-F378-46AD-BBFA-5BCD2A2B4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03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14282-5FC0-A11A-8151-64526316F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1935"/>
            <a:ext cx="9144000" cy="1474129"/>
          </a:xfrm>
        </p:spPr>
        <p:txBody>
          <a:bodyPr>
            <a:normAutofit/>
          </a:bodyPr>
          <a:lstStyle/>
          <a:p>
            <a:r>
              <a:rPr lang="en-GB" sz="8800" dirty="0">
                <a:latin typeface="Baskerville Old Face" panose="02020602080505020303" pitchFamily="18" charset="0"/>
              </a:rPr>
              <a:t>Wireframes</a:t>
            </a:r>
          </a:p>
        </p:txBody>
      </p:sp>
    </p:spTree>
    <p:extLst>
      <p:ext uri="{BB962C8B-B14F-4D97-AF65-F5344CB8AC3E}">
        <p14:creationId xmlns:p14="http://schemas.microsoft.com/office/powerpoint/2010/main" val="1756884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67F7C5-ECCB-7B4D-224F-CCD716A5EF0F}"/>
              </a:ext>
            </a:extLst>
          </p:cNvPr>
          <p:cNvSpPr/>
          <p:nvPr/>
        </p:nvSpPr>
        <p:spPr>
          <a:xfrm>
            <a:off x="1644534" y="340821"/>
            <a:ext cx="8902931" cy="61763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107A4-B710-8CE6-7398-67BD54E5086F}"/>
              </a:ext>
            </a:extLst>
          </p:cNvPr>
          <p:cNvSpPr/>
          <p:nvPr/>
        </p:nvSpPr>
        <p:spPr>
          <a:xfrm>
            <a:off x="1880065" y="3819181"/>
            <a:ext cx="2730029" cy="24140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Image of item class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Description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9138E0-A3ED-2D4C-389D-44EB724A8BB7}"/>
              </a:ext>
            </a:extLst>
          </p:cNvPr>
          <p:cNvSpPr/>
          <p:nvPr/>
        </p:nvSpPr>
        <p:spPr>
          <a:xfrm>
            <a:off x="4737562" y="3819181"/>
            <a:ext cx="2730029" cy="24140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Image of item class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Description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A79285-7C9D-25AE-7718-FCDEC4755698}"/>
              </a:ext>
            </a:extLst>
          </p:cNvPr>
          <p:cNvSpPr/>
          <p:nvPr/>
        </p:nvSpPr>
        <p:spPr>
          <a:xfrm>
            <a:off x="7596797" y="3819181"/>
            <a:ext cx="2730030" cy="24140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Image of item class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Description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9798BE5-A563-98EE-DEA3-B4F7740F16BC}"/>
              </a:ext>
            </a:extLst>
          </p:cNvPr>
          <p:cNvCxnSpPr/>
          <p:nvPr/>
        </p:nvCxnSpPr>
        <p:spPr>
          <a:xfrm>
            <a:off x="1644534" y="964276"/>
            <a:ext cx="8902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621E19E-28BE-5ED4-C2B2-30B712ED82A9}"/>
              </a:ext>
            </a:extLst>
          </p:cNvPr>
          <p:cNvSpPr txBox="1"/>
          <p:nvPr/>
        </p:nvSpPr>
        <p:spPr>
          <a:xfrm>
            <a:off x="5676654" y="1253433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1E19AF-1326-9CF6-6794-D815093FB1FA}"/>
              </a:ext>
            </a:extLst>
          </p:cNvPr>
          <p:cNvSpPr txBox="1"/>
          <p:nvPr/>
        </p:nvSpPr>
        <p:spPr>
          <a:xfrm>
            <a:off x="5611569" y="1720666"/>
            <a:ext cx="9688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“Slogan”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5CE0AE-7C31-5587-4E12-2A1FCD6692E9}"/>
              </a:ext>
            </a:extLst>
          </p:cNvPr>
          <p:cNvSpPr txBox="1"/>
          <p:nvPr/>
        </p:nvSpPr>
        <p:spPr>
          <a:xfrm>
            <a:off x="1744285" y="2169072"/>
            <a:ext cx="10310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About us: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29DCC8-C6DF-9A44-B9A1-270F7F9733DF}"/>
              </a:ext>
            </a:extLst>
          </p:cNvPr>
          <p:cNvSpPr txBox="1"/>
          <p:nvPr/>
        </p:nvSpPr>
        <p:spPr>
          <a:xfrm>
            <a:off x="1744285" y="2523702"/>
            <a:ext cx="8703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“Lorem ipsum dolor sit </a:t>
            </a:r>
            <a:r>
              <a:rPr lang="en-GB" sz="1200" dirty="0" err="1"/>
              <a:t>amet</a:t>
            </a:r>
            <a:r>
              <a:rPr lang="en-GB" sz="1200" dirty="0"/>
              <a:t>, </a:t>
            </a:r>
            <a:r>
              <a:rPr lang="en-GB" sz="1200" dirty="0" err="1"/>
              <a:t>consectetur</a:t>
            </a:r>
            <a:r>
              <a:rPr lang="en-GB" sz="1200" dirty="0"/>
              <a:t> </a:t>
            </a:r>
            <a:r>
              <a:rPr lang="en-GB" sz="1200" dirty="0" err="1"/>
              <a:t>adipiscing</a:t>
            </a:r>
            <a:r>
              <a:rPr lang="en-GB" sz="1200" dirty="0"/>
              <a:t> </a:t>
            </a:r>
            <a:r>
              <a:rPr lang="en-GB" sz="1200" dirty="0" err="1"/>
              <a:t>elit</a:t>
            </a:r>
            <a:r>
              <a:rPr lang="en-GB" sz="1200" dirty="0"/>
              <a:t>, </a:t>
            </a:r>
            <a:r>
              <a:rPr lang="en-GB" sz="1200" dirty="0" err="1"/>
              <a:t>sed</a:t>
            </a:r>
            <a:r>
              <a:rPr lang="en-GB" sz="1200" dirty="0"/>
              <a:t> do </a:t>
            </a:r>
            <a:r>
              <a:rPr lang="en-GB" sz="1200" dirty="0" err="1"/>
              <a:t>eiusmod</a:t>
            </a:r>
            <a:r>
              <a:rPr lang="en-GB" sz="1200" dirty="0"/>
              <a:t> </a:t>
            </a:r>
            <a:r>
              <a:rPr lang="en-GB" sz="1200" dirty="0" err="1"/>
              <a:t>tempor</a:t>
            </a:r>
            <a:r>
              <a:rPr lang="en-GB" sz="1200" dirty="0"/>
              <a:t> </a:t>
            </a:r>
            <a:r>
              <a:rPr lang="en-GB" sz="1200" dirty="0" err="1"/>
              <a:t>incididunt</a:t>
            </a:r>
            <a:r>
              <a:rPr lang="en-GB" sz="1200" dirty="0"/>
              <a:t> </a:t>
            </a:r>
            <a:r>
              <a:rPr lang="en-GB" sz="1200" dirty="0" err="1"/>
              <a:t>ut</a:t>
            </a:r>
            <a:r>
              <a:rPr lang="en-GB" sz="1200" dirty="0"/>
              <a:t> labore et dolore magna </a:t>
            </a:r>
            <a:r>
              <a:rPr lang="en-GB" sz="1200" dirty="0" err="1"/>
              <a:t>aliqua</a:t>
            </a:r>
            <a:r>
              <a:rPr lang="en-GB" sz="1200" dirty="0"/>
              <a:t>. Ut </a:t>
            </a:r>
            <a:r>
              <a:rPr lang="en-GB" sz="1200" dirty="0" err="1"/>
              <a:t>enim</a:t>
            </a:r>
            <a:r>
              <a:rPr lang="en-GB" sz="1200" dirty="0"/>
              <a:t> ad minim </a:t>
            </a:r>
            <a:r>
              <a:rPr lang="en-GB" sz="1200" dirty="0" err="1"/>
              <a:t>veniam</a:t>
            </a:r>
            <a:r>
              <a:rPr lang="en-GB" sz="1200" dirty="0"/>
              <a:t>, quis </a:t>
            </a:r>
            <a:r>
              <a:rPr lang="en-GB" sz="1200" dirty="0" err="1"/>
              <a:t>nostrud</a:t>
            </a:r>
            <a:r>
              <a:rPr lang="en-GB" sz="1200" dirty="0"/>
              <a:t> exercitation </a:t>
            </a:r>
            <a:r>
              <a:rPr lang="en-GB" sz="1200" dirty="0" err="1"/>
              <a:t>ullamco</a:t>
            </a:r>
            <a:r>
              <a:rPr lang="en-GB" sz="1200" dirty="0"/>
              <a:t> </a:t>
            </a:r>
            <a:r>
              <a:rPr lang="en-GB" sz="1200" dirty="0" err="1"/>
              <a:t>laboris</a:t>
            </a:r>
            <a:r>
              <a:rPr lang="en-GB" sz="1200" dirty="0"/>
              <a:t> nisi </a:t>
            </a:r>
            <a:r>
              <a:rPr lang="en-GB" sz="1200" dirty="0" err="1"/>
              <a:t>ut</a:t>
            </a:r>
            <a:r>
              <a:rPr lang="en-GB" sz="1200" dirty="0"/>
              <a:t> </a:t>
            </a:r>
            <a:r>
              <a:rPr lang="en-GB" sz="1200" dirty="0" err="1"/>
              <a:t>aliquip</a:t>
            </a:r>
            <a:r>
              <a:rPr lang="en-GB" sz="1200" dirty="0"/>
              <a:t> ex </a:t>
            </a:r>
            <a:r>
              <a:rPr lang="en-GB" sz="1200" dirty="0" err="1"/>
              <a:t>ea</a:t>
            </a:r>
            <a:r>
              <a:rPr lang="en-GB" sz="1200" dirty="0"/>
              <a:t> </a:t>
            </a:r>
            <a:r>
              <a:rPr lang="en-GB" sz="1200" dirty="0" err="1"/>
              <a:t>commodo</a:t>
            </a:r>
            <a:r>
              <a:rPr lang="en-GB" sz="1200" dirty="0"/>
              <a:t> </a:t>
            </a:r>
            <a:r>
              <a:rPr lang="en-GB" sz="1200" dirty="0" err="1"/>
              <a:t>consequat</a:t>
            </a:r>
            <a:r>
              <a:rPr lang="en-GB" sz="1200" dirty="0"/>
              <a:t>. Duis </a:t>
            </a:r>
            <a:r>
              <a:rPr lang="en-GB" sz="1200" dirty="0" err="1"/>
              <a:t>aute</a:t>
            </a:r>
            <a:r>
              <a:rPr lang="en-GB" sz="1200" dirty="0"/>
              <a:t> </a:t>
            </a:r>
            <a:r>
              <a:rPr lang="en-GB" sz="1200" dirty="0" err="1"/>
              <a:t>irure</a:t>
            </a:r>
            <a:r>
              <a:rPr lang="en-GB" sz="1200" dirty="0"/>
              <a:t> dolor in </a:t>
            </a:r>
            <a:r>
              <a:rPr lang="en-GB" sz="1200" dirty="0" err="1"/>
              <a:t>reprehenderit</a:t>
            </a:r>
            <a:r>
              <a:rPr lang="en-GB" sz="1200" dirty="0"/>
              <a:t> in </a:t>
            </a:r>
            <a:r>
              <a:rPr lang="en-GB" sz="1200" dirty="0" err="1"/>
              <a:t>voluptate</a:t>
            </a:r>
            <a:r>
              <a:rPr lang="en-GB" sz="1200" dirty="0"/>
              <a:t> </a:t>
            </a:r>
            <a:r>
              <a:rPr lang="en-GB" sz="1200" dirty="0" err="1"/>
              <a:t>velit</a:t>
            </a:r>
            <a:r>
              <a:rPr lang="en-GB" sz="1200" dirty="0"/>
              <a:t> esse </a:t>
            </a:r>
            <a:r>
              <a:rPr lang="en-GB" sz="1200" dirty="0" err="1"/>
              <a:t>cillum</a:t>
            </a:r>
            <a:r>
              <a:rPr lang="en-GB" sz="1200" dirty="0"/>
              <a:t> dolore </a:t>
            </a:r>
            <a:r>
              <a:rPr lang="en-GB" sz="1200" dirty="0" err="1"/>
              <a:t>eu</a:t>
            </a:r>
            <a:r>
              <a:rPr lang="en-GB" sz="1200" dirty="0"/>
              <a:t> </a:t>
            </a:r>
            <a:r>
              <a:rPr lang="en-GB" sz="1200" dirty="0" err="1"/>
              <a:t>fugiat</a:t>
            </a:r>
            <a:r>
              <a:rPr lang="en-GB" sz="1200" dirty="0"/>
              <a:t> </a:t>
            </a:r>
            <a:r>
              <a:rPr lang="en-GB" sz="1200" dirty="0" err="1"/>
              <a:t>nulla</a:t>
            </a:r>
            <a:r>
              <a:rPr lang="en-GB" sz="1200" dirty="0"/>
              <a:t> </a:t>
            </a:r>
            <a:r>
              <a:rPr lang="en-GB" sz="1200" dirty="0" err="1"/>
              <a:t>pariatur</a:t>
            </a:r>
            <a:r>
              <a:rPr lang="en-GB" sz="1200" dirty="0"/>
              <a:t>. </a:t>
            </a:r>
            <a:r>
              <a:rPr lang="en-GB" sz="1200" dirty="0" err="1"/>
              <a:t>Excepteur</a:t>
            </a:r>
            <a:r>
              <a:rPr lang="en-GB" sz="1200" dirty="0"/>
              <a:t> </a:t>
            </a:r>
            <a:r>
              <a:rPr lang="en-GB" sz="1200" dirty="0" err="1"/>
              <a:t>sint</a:t>
            </a:r>
            <a:r>
              <a:rPr lang="en-GB" sz="1200" dirty="0"/>
              <a:t> </a:t>
            </a:r>
            <a:r>
              <a:rPr lang="en-GB" sz="1200" dirty="0" err="1"/>
              <a:t>occaecat</a:t>
            </a:r>
            <a:r>
              <a:rPr lang="en-GB" sz="1200" dirty="0"/>
              <a:t> </a:t>
            </a:r>
            <a:r>
              <a:rPr lang="en-GB" sz="1200" dirty="0" err="1"/>
              <a:t>cupidatat</a:t>
            </a:r>
            <a:r>
              <a:rPr lang="en-GB" sz="1200" dirty="0"/>
              <a:t> non </a:t>
            </a:r>
            <a:r>
              <a:rPr lang="en-GB" sz="1200" dirty="0" err="1"/>
              <a:t>proident</a:t>
            </a:r>
            <a:r>
              <a:rPr lang="en-GB" sz="1200" dirty="0"/>
              <a:t>, sunt in culpa qui </a:t>
            </a:r>
            <a:r>
              <a:rPr lang="en-GB" sz="1200" dirty="0" err="1"/>
              <a:t>officia</a:t>
            </a:r>
            <a:r>
              <a:rPr lang="en-GB" sz="1200" dirty="0"/>
              <a:t> </a:t>
            </a:r>
            <a:r>
              <a:rPr lang="en-GB" sz="1200" dirty="0" err="1"/>
              <a:t>deserunt</a:t>
            </a:r>
            <a:r>
              <a:rPr lang="en-GB" sz="1200" dirty="0"/>
              <a:t> </a:t>
            </a:r>
            <a:r>
              <a:rPr lang="en-GB" sz="1200" dirty="0" err="1"/>
              <a:t>mollit</a:t>
            </a:r>
            <a:r>
              <a:rPr lang="en-GB" sz="1200" dirty="0"/>
              <a:t> </a:t>
            </a:r>
            <a:r>
              <a:rPr lang="en-GB" sz="1200" dirty="0" err="1"/>
              <a:t>anim</a:t>
            </a:r>
            <a:r>
              <a:rPr lang="en-GB" sz="1200" dirty="0"/>
              <a:t> id est </a:t>
            </a:r>
            <a:r>
              <a:rPr lang="en-GB" sz="1200" dirty="0" err="1"/>
              <a:t>laborum</a:t>
            </a:r>
            <a:r>
              <a:rPr lang="en-GB" sz="1200" dirty="0"/>
              <a:t>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8F32AF-7390-FA84-3EFD-4B1FB3110CA4}"/>
              </a:ext>
            </a:extLst>
          </p:cNvPr>
          <p:cNvSpPr txBox="1"/>
          <p:nvPr/>
        </p:nvSpPr>
        <p:spPr>
          <a:xfrm>
            <a:off x="1744285" y="3443253"/>
            <a:ext cx="1362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What we sell: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F4B77A-17EC-A58A-D97E-06650E6E5883}"/>
              </a:ext>
            </a:extLst>
          </p:cNvPr>
          <p:cNvSpPr txBox="1"/>
          <p:nvPr/>
        </p:nvSpPr>
        <p:spPr>
          <a:xfrm>
            <a:off x="2046963" y="483271"/>
            <a:ext cx="756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HOME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F1354D-A05D-1B65-F0BA-03661B2F9EEA}"/>
              </a:ext>
            </a:extLst>
          </p:cNvPr>
          <p:cNvSpPr txBox="1"/>
          <p:nvPr/>
        </p:nvSpPr>
        <p:spPr>
          <a:xfrm>
            <a:off x="5731388" y="483271"/>
            <a:ext cx="744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MENU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A1345A-A3E3-FFCC-687D-E8C11FEC4FBB}"/>
              </a:ext>
            </a:extLst>
          </p:cNvPr>
          <p:cNvSpPr txBox="1"/>
          <p:nvPr/>
        </p:nvSpPr>
        <p:spPr>
          <a:xfrm>
            <a:off x="9086815" y="483271"/>
            <a:ext cx="13588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CONTACT US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ECF10F2-9D9D-2CF5-C035-1E192A8EA226}"/>
              </a:ext>
            </a:extLst>
          </p:cNvPr>
          <p:cNvCxnSpPr>
            <a:cxnSpLocks/>
          </p:cNvCxnSpPr>
          <p:nvPr/>
        </p:nvCxnSpPr>
        <p:spPr>
          <a:xfrm flipH="1">
            <a:off x="1881802" y="5077392"/>
            <a:ext cx="27282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E8F7EF-E7E8-081C-9DA1-2D7A3C8EACC1}"/>
              </a:ext>
            </a:extLst>
          </p:cNvPr>
          <p:cNvCxnSpPr>
            <a:cxnSpLocks/>
          </p:cNvCxnSpPr>
          <p:nvPr/>
        </p:nvCxnSpPr>
        <p:spPr>
          <a:xfrm flipH="1">
            <a:off x="4739299" y="5077392"/>
            <a:ext cx="27282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7AB72CB-F1B9-FA47-4DDE-4DC4218BD692}"/>
              </a:ext>
            </a:extLst>
          </p:cNvPr>
          <p:cNvCxnSpPr>
            <a:cxnSpLocks/>
          </p:cNvCxnSpPr>
          <p:nvPr/>
        </p:nvCxnSpPr>
        <p:spPr>
          <a:xfrm>
            <a:off x="7598533" y="5077392"/>
            <a:ext cx="27282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437926D-DAC0-C07A-BD35-EE53A8E1088B}"/>
              </a:ext>
            </a:extLst>
          </p:cNvPr>
          <p:cNvCxnSpPr>
            <a:cxnSpLocks/>
          </p:cNvCxnSpPr>
          <p:nvPr/>
        </p:nvCxnSpPr>
        <p:spPr>
          <a:xfrm>
            <a:off x="1413164" y="483271"/>
            <a:ext cx="468638" cy="19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6A603FD-7E5B-0457-CB21-BA01CC1CC2F7}"/>
              </a:ext>
            </a:extLst>
          </p:cNvPr>
          <p:cNvSpPr txBox="1"/>
          <p:nvPr/>
        </p:nvSpPr>
        <p:spPr>
          <a:xfrm>
            <a:off x="47635" y="60544"/>
            <a:ext cx="1378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u="sng" dirty="0"/>
              <a:t>Navigation bar:</a:t>
            </a:r>
          </a:p>
          <a:p>
            <a:endParaRPr lang="en-GB" sz="1200" dirty="0"/>
          </a:p>
          <a:p>
            <a:r>
              <a:rPr lang="en-GB" sz="1200" dirty="0"/>
              <a:t>This will allow the user to navigate across the different pages.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6E82ED2-A23F-58A6-9F7D-538D98F39330}"/>
              </a:ext>
            </a:extLst>
          </p:cNvPr>
          <p:cNvCxnSpPr>
            <a:cxnSpLocks/>
          </p:cNvCxnSpPr>
          <p:nvPr/>
        </p:nvCxnSpPr>
        <p:spPr>
          <a:xfrm flipH="1">
            <a:off x="6799811" y="1253433"/>
            <a:ext cx="3844659" cy="373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3A4B6EF-C327-0CD7-E674-6B2495B64F35}"/>
              </a:ext>
            </a:extLst>
          </p:cNvPr>
          <p:cNvSpPr txBox="1"/>
          <p:nvPr/>
        </p:nvSpPr>
        <p:spPr>
          <a:xfrm>
            <a:off x="10644470" y="687973"/>
            <a:ext cx="13785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u="sng" dirty="0"/>
              <a:t>Title and slogan:</a:t>
            </a:r>
          </a:p>
          <a:p>
            <a:pPr algn="r"/>
            <a:endParaRPr lang="en-GB" sz="1200" u="sng" dirty="0"/>
          </a:p>
          <a:p>
            <a:pPr algn="r"/>
            <a:r>
              <a:rPr lang="en-GB" sz="1200" dirty="0"/>
              <a:t>This will be in large and styled font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07BBAD-CD00-43E8-DD44-2032F14CA1A5}"/>
              </a:ext>
            </a:extLst>
          </p:cNvPr>
          <p:cNvSpPr txBox="1"/>
          <p:nvPr/>
        </p:nvSpPr>
        <p:spPr>
          <a:xfrm>
            <a:off x="47635" y="2339035"/>
            <a:ext cx="13785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u="sng" dirty="0"/>
              <a:t>About us:</a:t>
            </a:r>
          </a:p>
          <a:p>
            <a:endParaRPr lang="en-GB" sz="1200" u="sng" dirty="0"/>
          </a:p>
          <a:p>
            <a:r>
              <a:rPr lang="en-GB" sz="1200" dirty="0"/>
              <a:t>Will contain a small description about them.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C2AD35D-4D5C-8CB4-C287-8F6CE4D140AF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1426162" y="2523702"/>
            <a:ext cx="355686" cy="323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D281D9-BD17-4393-2B10-7932D21140DE}"/>
              </a:ext>
            </a:extLst>
          </p:cNvPr>
          <p:cNvCxnSpPr>
            <a:cxnSpLocks/>
          </p:cNvCxnSpPr>
          <p:nvPr/>
        </p:nvCxnSpPr>
        <p:spPr>
          <a:xfrm flipH="1">
            <a:off x="10154653" y="3428999"/>
            <a:ext cx="528588" cy="629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CC56BDD-130C-1935-3376-06A87C2A670A}"/>
              </a:ext>
            </a:extLst>
          </p:cNvPr>
          <p:cNvSpPr txBox="1"/>
          <p:nvPr/>
        </p:nvSpPr>
        <p:spPr>
          <a:xfrm>
            <a:off x="10644469" y="2939200"/>
            <a:ext cx="1378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u="sng" dirty="0"/>
              <a:t>Image:</a:t>
            </a:r>
          </a:p>
          <a:p>
            <a:pPr algn="r"/>
            <a:endParaRPr lang="en-GB" sz="1200" u="sng" dirty="0"/>
          </a:p>
          <a:p>
            <a:pPr algn="r"/>
            <a:r>
              <a:rPr lang="en-GB" sz="1200" dirty="0"/>
              <a:t>Will occupy the top half of the box. For class of item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49FC1F-C6BB-AC1A-9426-8E6A0F1DE1FA}"/>
              </a:ext>
            </a:extLst>
          </p:cNvPr>
          <p:cNvCxnSpPr>
            <a:cxnSpLocks/>
          </p:cNvCxnSpPr>
          <p:nvPr/>
        </p:nvCxnSpPr>
        <p:spPr>
          <a:xfrm flipH="1">
            <a:off x="9865895" y="5414211"/>
            <a:ext cx="8173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B071FCD-776C-1C81-855C-A42C44A429E4}"/>
              </a:ext>
            </a:extLst>
          </p:cNvPr>
          <p:cNvSpPr txBox="1"/>
          <p:nvPr/>
        </p:nvSpPr>
        <p:spPr>
          <a:xfrm>
            <a:off x="10644468" y="4814046"/>
            <a:ext cx="13785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u="sng" dirty="0"/>
              <a:t>Description:</a:t>
            </a:r>
          </a:p>
          <a:p>
            <a:pPr algn="r"/>
            <a:endParaRPr lang="en-GB" sz="1200" u="sng" dirty="0"/>
          </a:p>
          <a:p>
            <a:pPr algn="r"/>
            <a:r>
              <a:rPr lang="en-GB" sz="1200" dirty="0"/>
              <a:t>Briefly describes what is in item class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A70B79CC-4698-742C-9120-B6329F773370}"/>
              </a:ext>
            </a:extLst>
          </p:cNvPr>
          <p:cNvSpPr/>
          <p:nvPr/>
        </p:nvSpPr>
        <p:spPr>
          <a:xfrm>
            <a:off x="1368730" y="3781807"/>
            <a:ext cx="178799" cy="2580122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3A2CFA-D8E8-3CDA-1F02-A069914D8CB7}"/>
              </a:ext>
            </a:extLst>
          </p:cNvPr>
          <p:cNvSpPr txBox="1"/>
          <p:nvPr/>
        </p:nvSpPr>
        <p:spPr>
          <a:xfrm>
            <a:off x="28976" y="4569560"/>
            <a:ext cx="1378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u="sng" dirty="0"/>
              <a:t>Box:</a:t>
            </a:r>
          </a:p>
          <a:p>
            <a:endParaRPr lang="en-GB" sz="1200" dirty="0"/>
          </a:p>
          <a:p>
            <a:r>
              <a:rPr lang="en-GB" sz="1200" dirty="0"/>
              <a:t>These boxes are used to contain different item classes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231A57-0A8C-3119-A37B-63E83C56CF53}"/>
              </a:ext>
            </a:extLst>
          </p:cNvPr>
          <p:cNvSpPr txBox="1"/>
          <p:nvPr/>
        </p:nvSpPr>
        <p:spPr>
          <a:xfrm>
            <a:off x="11809565" y="-50007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1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245554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E04EC2-95B2-C0F8-662A-BAF47DAE4125}"/>
              </a:ext>
            </a:extLst>
          </p:cNvPr>
          <p:cNvSpPr/>
          <p:nvPr/>
        </p:nvSpPr>
        <p:spPr>
          <a:xfrm>
            <a:off x="1644534" y="340821"/>
            <a:ext cx="8902931" cy="61763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7D882E-249F-E989-9B03-182CAF0C25A8}"/>
              </a:ext>
            </a:extLst>
          </p:cNvPr>
          <p:cNvCxnSpPr/>
          <p:nvPr/>
        </p:nvCxnSpPr>
        <p:spPr>
          <a:xfrm>
            <a:off x="1644534" y="964276"/>
            <a:ext cx="8902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CECBE7A-BA0F-8725-BD1A-815D1CCEAFE5}"/>
              </a:ext>
            </a:extLst>
          </p:cNvPr>
          <p:cNvSpPr txBox="1"/>
          <p:nvPr/>
        </p:nvSpPr>
        <p:spPr>
          <a:xfrm>
            <a:off x="1644533" y="1014325"/>
            <a:ext cx="833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Menu: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57E161-705D-70E3-35DF-7CB8BFED1DCD}"/>
              </a:ext>
            </a:extLst>
          </p:cNvPr>
          <p:cNvSpPr txBox="1"/>
          <p:nvPr/>
        </p:nvSpPr>
        <p:spPr>
          <a:xfrm>
            <a:off x="2046963" y="483271"/>
            <a:ext cx="756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HOME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2028CF-70BA-43EB-F44A-6A358DB83784}"/>
              </a:ext>
            </a:extLst>
          </p:cNvPr>
          <p:cNvSpPr txBox="1"/>
          <p:nvPr/>
        </p:nvSpPr>
        <p:spPr>
          <a:xfrm>
            <a:off x="5731388" y="483271"/>
            <a:ext cx="744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MENU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8A7B30-1F91-B08E-5ACE-8EF980336F42}"/>
              </a:ext>
            </a:extLst>
          </p:cNvPr>
          <p:cNvSpPr txBox="1"/>
          <p:nvPr/>
        </p:nvSpPr>
        <p:spPr>
          <a:xfrm>
            <a:off x="9086815" y="483271"/>
            <a:ext cx="13588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CONTACT US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EE111B-F81F-A4EE-8B77-E378C990E984}"/>
              </a:ext>
            </a:extLst>
          </p:cNvPr>
          <p:cNvSpPr/>
          <p:nvPr/>
        </p:nvSpPr>
        <p:spPr>
          <a:xfrm>
            <a:off x="1873489" y="3960672"/>
            <a:ext cx="2730029" cy="24140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Image of item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Description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D29A95-2B38-1F21-5B36-F6A46379DEAE}"/>
              </a:ext>
            </a:extLst>
          </p:cNvPr>
          <p:cNvSpPr/>
          <p:nvPr/>
        </p:nvSpPr>
        <p:spPr>
          <a:xfrm>
            <a:off x="4730986" y="3960672"/>
            <a:ext cx="2730029" cy="24140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Image of item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Description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1CC6F1-8A9A-CA41-B8A9-40F43AA8F2C2}"/>
              </a:ext>
            </a:extLst>
          </p:cNvPr>
          <p:cNvSpPr/>
          <p:nvPr/>
        </p:nvSpPr>
        <p:spPr>
          <a:xfrm>
            <a:off x="7590221" y="3960672"/>
            <a:ext cx="2730030" cy="24140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Image of item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Description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060523-95FC-6DE2-1838-5D779400BC77}"/>
              </a:ext>
            </a:extLst>
          </p:cNvPr>
          <p:cNvCxnSpPr>
            <a:cxnSpLocks/>
          </p:cNvCxnSpPr>
          <p:nvPr/>
        </p:nvCxnSpPr>
        <p:spPr>
          <a:xfrm flipH="1">
            <a:off x="1875226" y="5218883"/>
            <a:ext cx="27282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8BEE7E-9398-C9B3-E611-D7F5C15B6264}"/>
              </a:ext>
            </a:extLst>
          </p:cNvPr>
          <p:cNvCxnSpPr>
            <a:cxnSpLocks/>
          </p:cNvCxnSpPr>
          <p:nvPr/>
        </p:nvCxnSpPr>
        <p:spPr>
          <a:xfrm flipH="1">
            <a:off x="4732723" y="5218883"/>
            <a:ext cx="27282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D757A10-16FE-09CA-8065-4D1DDA52A456}"/>
              </a:ext>
            </a:extLst>
          </p:cNvPr>
          <p:cNvCxnSpPr>
            <a:cxnSpLocks/>
          </p:cNvCxnSpPr>
          <p:nvPr/>
        </p:nvCxnSpPr>
        <p:spPr>
          <a:xfrm>
            <a:off x="7591957" y="5218883"/>
            <a:ext cx="27282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86CFC19-815A-5191-D328-3EF038F1EA77}"/>
              </a:ext>
            </a:extLst>
          </p:cNvPr>
          <p:cNvSpPr/>
          <p:nvPr/>
        </p:nvSpPr>
        <p:spPr>
          <a:xfrm>
            <a:off x="1873488" y="1404163"/>
            <a:ext cx="2730029" cy="24140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Image of item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Description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F53B13-E1E6-70E8-B764-58301A4CA1F1}"/>
              </a:ext>
            </a:extLst>
          </p:cNvPr>
          <p:cNvSpPr/>
          <p:nvPr/>
        </p:nvSpPr>
        <p:spPr>
          <a:xfrm>
            <a:off x="4730985" y="1404163"/>
            <a:ext cx="2730029" cy="24140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Image of item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Description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19070B-A1A2-28F1-8C0A-CC615CC770FF}"/>
              </a:ext>
            </a:extLst>
          </p:cNvPr>
          <p:cNvSpPr/>
          <p:nvPr/>
        </p:nvSpPr>
        <p:spPr>
          <a:xfrm>
            <a:off x="7590220" y="1404163"/>
            <a:ext cx="2730030" cy="24140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Image of item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Description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63C6E5C-BD6C-BA9E-EAE3-1570AFE316DF}"/>
              </a:ext>
            </a:extLst>
          </p:cNvPr>
          <p:cNvCxnSpPr>
            <a:cxnSpLocks/>
          </p:cNvCxnSpPr>
          <p:nvPr/>
        </p:nvCxnSpPr>
        <p:spPr>
          <a:xfrm flipH="1">
            <a:off x="1875225" y="2662374"/>
            <a:ext cx="27282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67453F5-5BDF-9F28-DAF0-2BCF30A39CC6}"/>
              </a:ext>
            </a:extLst>
          </p:cNvPr>
          <p:cNvCxnSpPr>
            <a:cxnSpLocks/>
          </p:cNvCxnSpPr>
          <p:nvPr/>
        </p:nvCxnSpPr>
        <p:spPr>
          <a:xfrm flipH="1">
            <a:off x="4732722" y="2662374"/>
            <a:ext cx="27282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DEB4095-9EA9-4964-86F5-F9392862BA06}"/>
              </a:ext>
            </a:extLst>
          </p:cNvPr>
          <p:cNvCxnSpPr>
            <a:cxnSpLocks/>
          </p:cNvCxnSpPr>
          <p:nvPr/>
        </p:nvCxnSpPr>
        <p:spPr>
          <a:xfrm>
            <a:off x="7591956" y="2662374"/>
            <a:ext cx="27282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Left Brace 31">
            <a:extLst>
              <a:ext uri="{FF2B5EF4-FFF2-40B4-BE49-F238E27FC236}">
                <a16:creationId xmlns:a16="http://schemas.microsoft.com/office/drawing/2014/main" id="{D6E27AEC-64D3-DD2D-E9F3-71CC30A4C680}"/>
              </a:ext>
            </a:extLst>
          </p:cNvPr>
          <p:cNvSpPr/>
          <p:nvPr/>
        </p:nvSpPr>
        <p:spPr>
          <a:xfrm>
            <a:off x="1335759" y="1404163"/>
            <a:ext cx="205271" cy="497056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A2CB40-1BE9-CF0F-728C-6E1F6B033165}"/>
              </a:ext>
            </a:extLst>
          </p:cNvPr>
          <p:cNvSpPr txBox="1"/>
          <p:nvPr/>
        </p:nvSpPr>
        <p:spPr>
          <a:xfrm>
            <a:off x="38792" y="3360507"/>
            <a:ext cx="1378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u="sng" dirty="0"/>
              <a:t>Boxes:</a:t>
            </a:r>
          </a:p>
          <a:p>
            <a:endParaRPr lang="en-GB" sz="1200" dirty="0"/>
          </a:p>
          <a:p>
            <a:r>
              <a:rPr lang="en-GB" sz="1200" dirty="0"/>
              <a:t>These boxes are used to contain different items on the menu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8098D3D-FA74-E21C-E6DD-D8FDC92A59D3}"/>
              </a:ext>
            </a:extLst>
          </p:cNvPr>
          <p:cNvCxnSpPr>
            <a:cxnSpLocks/>
          </p:cNvCxnSpPr>
          <p:nvPr/>
        </p:nvCxnSpPr>
        <p:spPr>
          <a:xfrm flipH="1">
            <a:off x="10169564" y="1547483"/>
            <a:ext cx="606855" cy="5801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50B1508-5278-B32F-B046-D03F9737E1DB}"/>
              </a:ext>
            </a:extLst>
          </p:cNvPr>
          <p:cNvSpPr txBox="1"/>
          <p:nvPr/>
        </p:nvSpPr>
        <p:spPr>
          <a:xfrm>
            <a:off x="10737647" y="1057684"/>
            <a:ext cx="13785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u="sng" dirty="0"/>
              <a:t>Image:</a:t>
            </a:r>
          </a:p>
          <a:p>
            <a:pPr algn="r"/>
            <a:endParaRPr lang="en-GB" sz="1200" u="sng" dirty="0"/>
          </a:p>
          <a:p>
            <a:pPr algn="r"/>
            <a:r>
              <a:rPr lang="en-GB" sz="1200" dirty="0"/>
              <a:t>Will occupy the top half of the box. For item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F0B4A4E-D28F-855B-7CC2-4532F9828DD5}"/>
              </a:ext>
            </a:extLst>
          </p:cNvPr>
          <p:cNvCxnSpPr>
            <a:cxnSpLocks/>
          </p:cNvCxnSpPr>
          <p:nvPr/>
        </p:nvCxnSpPr>
        <p:spPr>
          <a:xfrm flipH="1">
            <a:off x="9865895" y="5414211"/>
            <a:ext cx="8173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9438AC8-55A7-B9A1-5867-EA147A252499}"/>
              </a:ext>
            </a:extLst>
          </p:cNvPr>
          <p:cNvSpPr txBox="1"/>
          <p:nvPr/>
        </p:nvSpPr>
        <p:spPr>
          <a:xfrm>
            <a:off x="10644468" y="4814046"/>
            <a:ext cx="13785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u="sng" dirty="0"/>
              <a:t>Description:</a:t>
            </a:r>
          </a:p>
          <a:p>
            <a:pPr algn="r"/>
            <a:endParaRPr lang="en-GB" sz="1200" u="sng" dirty="0"/>
          </a:p>
          <a:p>
            <a:pPr algn="r"/>
            <a:r>
              <a:rPr lang="en-GB" sz="1200" dirty="0"/>
              <a:t>Describes the item and relevant information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792C80-73EF-B108-6615-7C51B0BCDAB6}"/>
              </a:ext>
            </a:extLst>
          </p:cNvPr>
          <p:cNvSpPr txBox="1"/>
          <p:nvPr/>
        </p:nvSpPr>
        <p:spPr>
          <a:xfrm>
            <a:off x="11809565" y="-50007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1" dirty="0"/>
              <a:t>Menu</a:t>
            </a:r>
          </a:p>
        </p:txBody>
      </p:sp>
    </p:spTree>
    <p:extLst>
      <p:ext uri="{BB962C8B-B14F-4D97-AF65-F5344CB8AC3E}">
        <p14:creationId xmlns:p14="http://schemas.microsoft.com/office/powerpoint/2010/main" val="2861812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9824CF-68AD-5743-7A91-C913551289DA}"/>
              </a:ext>
            </a:extLst>
          </p:cNvPr>
          <p:cNvSpPr/>
          <p:nvPr/>
        </p:nvSpPr>
        <p:spPr>
          <a:xfrm>
            <a:off x="1644534" y="340821"/>
            <a:ext cx="8902931" cy="61763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F8521B-E856-02F9-1BAA-3DFB1276AB5C}"/>
              </a:ext>
            </a:extLst>
          </p:cNvPr>
          <p:cNvCxnSpPr/>
          <p:nvPr/>
        </p:nvCxnSpPr>
        <p:spPr>
          <a:xfrm>
            <a:off x="1644534" y="964276"/>
            <a:ext cx="8902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42ABA12-FAEF-5A70-834D-5837E715D0C7}"/>
              </a:ext>
            </a:extLst>
          </p:cNvPr>
          <p:cNvSpPr txBox="1"/>
          <p:nvPr/>
        </p:nvSpPr>
        <p:spPr>
          <a:xfrm>
            <a:off x="2046963" y="483271"/>
            <a:ext cx="756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HOME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D625A-0EF2-C8A8-2DBB-F8E8ADEB1485}"/>
              </a:ext>
            </a:extLst>
          </p:cNvPr>
          <p:cNvSpPr txBox="1"/>
          <p:nvPr/>
        </p:nvSpPr>
        <p:spPr>
          <a:xfrm>
            <a:off x="5731388" y="483271"/>
            <a:ext cx="744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MENU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F5E555-E193-33DE-A06B-3E3EFC096D6A}"/>
              </a:ext>
            </a:extLst>
          </p:cNvPr>
          <p:cNvSpPr txBox="1"/>
          <p:nvPr/>
        </p:nvSpPr>
        <p:spPr>
          <a:xfrm>
            <a:off x="9086815" y="483271"/>
            <a:ext cx="13588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CONTACT 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8D5C85-FC17-E608-6BC1-CD7D3B3685F4}"/>
              </a:ext>
            </a:extLst>
          </p:cNvPr>
          <p:cNvSpPr/>
          <p:nvPr/>
        </p:nvSpPr>
        <p:spPr>
          <a:xfrm>
            <a:off x="7587916" y="1106728"/>
            <a:ext cx="2790759" cy="51977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Locations: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 1: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Road and number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County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Postcode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 2: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Road and number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County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Postcode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5E8C40-F31E-31C8-AC95-68F3D6B81C16}"/>
              </a:ext>
            </a:extLst>
          </p:cNvPr>
          <p:cNvSpPr/>
          <p:nvPr/>
        </p:nvSpPr>
        <p:spPr>
          <a:xfrm>
            <a:off x="2046963" y="2028270"/>
            <a:ext cx="5220111" cy="280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i="1" dirty="0"/>
              <a:t>“Short worded reason” Box…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93364D-987A-BBC4-91C0-CB9410BF30EA}"/>
              </a:ext>
            </a:extLst>
          </p:cNvPr>
          <p:cNvSpPr/>
          <p:nvPr/>
        </p:nvSpPr>
        <p:spPr>
          <a:xfrm>
            <a:off x="2046963" y="2613471"/>
            <a:ext cx="5220111" cy="13007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i="1" dirty="0"/>
              <a:t>“Extra details” Box…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060B71-0175-FFAB-9C19-294AF4BFABED}"/>
              </a:ext>
            </a:extLst>
          </p:cNvPr>
          <p:cNvSpPr/>
          <p:nvPr/>
        </p:nvSpPr>
        <p:spPr>
          <a:xfrm>
            <a:off x="6561221" y="4219073"/>
            <a:ext cx="705853" cy="2150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Submit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05D8BD-F1EC-0E46-5D0D-9435D6B89E26}"/>
              </a:ext>
            </a:extLst>
          </p:cNvPr>
          <p:cNvSpPr txBox="1"/>
          <p:nvPr/>
        </p:nvSpPr>
        <p:spPr>
          <a:xfrm>
            <a:off x="1941096" y="4620126"/>
            <a:ext cx="22605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Email Address…</a:t>
            </a:r>
          </a:p>
          <a:p>
            <a:endParaRPr lang="en-GB" i="1" dirty="0"/>
          </a:p>
          <a:p>
            <a:r>
              <a:rPr lang="en-GB" i="1" dirty="0"/>
              <a:t>Instagram…</a:t>
            </a:r>
          </a:p>
          <a:p>
            <a:endParaRPr lang="en-GB" i="1" dirty="0"/>
          </a:p>
          <a:p>
            <a:r>
              <a:rPr lang="en-GB" i="1" dirty="0"/>
              <a:t>Other social media…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47B8F5-3A62-84C8-D712-9A61CA05F89C}"/>
              </a:ext>
            </a:extLst>
          </p:cNvPr>
          <p:cNvSpPr txBox="1"/>
          <p:nvPr/>
        </p:nvSpPr>
        <p:spPr>
          <a:xfrm>
            <a:off x="2046963" y="1292397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Report an Issue: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F53637-31F6-39B5-E25F-9FBA3A111D90}"/>
              </a:ext>
            </a:extLst>
          </p:cNvPr>
          <p:cNvSpPr txBox="1"/>
          <p:nvPr/>
        </p:nvSpPr>
        <p:spPr>
          <a:xfrm>
            <a:off x="182599" y="557324"/>
            <a:ext cx="1378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u="sng" dirty="0"/>
              <a:t>Report an Issue:</a:t>
            </a:r>
          </a:p>
          <a:p>
            <a:endParaRPr lang="en-GB" sz="1200" dirty="0"/>
          </a:p>
          <a:p>
            <a:r>
              <a:rPr lang="en-GB" sz="1200" dirty="0"/>
              <a:t>The title is big and easy to see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48731EC-283A-DD67-59C8-537E712E79E9}"/>
              </a:ext>
            </a:extLst>
          </p:cNvPr>
          <p:cNvCxnSpPr>
            <a:cxnSpLocks/>
          </p:cNvCxnSpPr>
          <p:nvPr/>
        </p:nvCxnSpPr>
        <p:spPr>
          <a:xfrm>
            <a:off x="1477718" y="1292397"/>
            <a:ext cx="468638" cy="19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C415AEE-0DC8-228E-8FF6-1FB8D63236C5}"/>
              </a:ext>
            </a:extLst>
          </p:cNvPr>
          <p:cNvCxnSpPr>
            <a:cxnSpLocks/>
          </p:cNvCxnSpPr>
          <p:nvPr/>
        </p:nvCxnSpPr>
        <p:spPr>
          <a:xfrm>
            <a:off x="1477718" y="2168420"/>
            <a:ext cx="8243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D7B0189-9DEB-5B61-B5F4-9356C53D4ADE}"/>
              </a:ext>
            </a:extLst>
          </p:cNvPr>
          <p:cNvSpPr txBox="1"/>
          <p:nvPr/>
        </p:nvSpPr>
        <p:spPr>
          <a:xfrm>
            <a:off x="145278" y="1523229"/>
            <a:ext cx="1378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u="sng" dirty="0"/>
              <a:t>Short word box:</a:t>
            </a:r>
          </a:p>
          <a:p>
            <a:endParaRPr lang="en-GB" sz="1200" dirty="0"/>
          </a:p>
          <a:p>
            <a:r>
              <a:rPr lang="en-GB" sz="1200" dirty="0"/>
              <a:t>Requires a small reason of the issue. Can be filled out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8A8FE2D-7A67-1759-38FD-7C0972A7D8C1}"/>
              </a:ext>
            </a:extLst>
          </p:cNvPr>
          <p:cNvCxnSpPr>
            <a:cxnSpLocks/>
          </p:cNvCxnSpPr>
          <p:nvPr/>
        </p:nvCxnSpPr>
        <p:spPr>
          <a:xfrm>
            <a:off x="1477718" y="3499915"/>
            <a:ext cx="7752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992A1D3-E28E-DD4C-6054-4CFDF23736D1}"/>
              </a:ext>
            </a:extLst>
          </p:cNvPr>
          <p:cNvSpPr txBox="1"/>
          <p:nvPr/>
        </p:nvSpPr>
        <p:spPr>
          <a:xfrm>
            <a:off x="145277" y="2828834"/>
            <a:ext cx="1378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u="sng" dirty="0"/>
              <a:t>Extra Details box:</a:t>
            </a:r>
          </a:p>
          <a:p>
            <a:endParaRPr lang="en-GB" sz="1200" dirty="0"/>
          </a:p>
          <a:p>
            <a:r>
              <a:rPr lang="en-GB" sz="1200" dirty="0"/>
              <a:t>Fill in any information about your experience. Can be filled out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0651DB8-8170-FD64-79D4-30DA10CC00C9}"/>
              </a:ext>
            </a:extLst>
          </p:cNvPr>
          <p:cNvCxnSpPr>
            <a:cxnSpLocks/>
          </p:cNvCxnSpPr>
          <p:nvPr/>
        </p:nvCxnSpPr>
        <p:spPr>
          <a:xfrm flipV="1">
            <a:off x="6961355" y="4614841"/>
            <a:ext cx="0" cy="1978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DF80B15-6598-B5A0-4D4A-5FF8EEEAF3C2}"/>
              </a:ext>
            </a:extLst>
          </p:cNvPr>
          <p:cNvSpPr txBox="1"/>
          <p:nvPr/>
        </p:nvSpPr>
        <p:spPr>
          <a:xfrm>
            <a:off x="4546124" y="6581001"/>
            <a:ext cx="5220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u="sng" dirty="0"/>
              <a:t>Submit button: </a:t>
            </a:r>
            <a:r>
              <a:rPr lang="en-GB" sz="1200" dirty="0"/>
              <a:t>button will allow for submission of report. Just for show</a:t>
            </a:r>
            <a:endParaRPr lang="en-GB" sz="1200" u="sng" dirty="0"/>
          </a:p>
        </p:txBody>
      </p:sp>
      <p:sp>
        <p:nvSpPr>
          <p:cNvPr id="43" name="Left Brace 42">
            <a:extLst>
              <a:ext uri="{FF2B5EF4-FFF2-40B4-BE49-F238E27FC236}">
                <a16:creationId xmlns:a16="http://schemas.microsoft.com/office/drawing/2014/main" id="{C6CF1E9C-19EB-58C3-49E7-FD035DD4955B}"/>
              </a:ext>
            </a:extLst>
          </p:cNvPr>
          <p:cNvSpPr/>
          <p:nvPr/>
        </p:nvSpPr>
        <p:spPr>
          <a:xfrm>
            <a:off x="1335759" y="4434149"/>
            <a:ext cx="225367" cy="1940580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581B01-7D44-E45C-19A6-ED8A5BDFEFA6}"/>
              </a:ext>
            </a:extLst>
          </p:cNvPr>
          <p:cNvSpPr txBox="1"/>
          <p:nvPr/>
        </p:nvSpPr>
        <p:spPr>
          <a:xfrm>
            <a:off x="39411" y="4614841"/>
            <a:ext cx="13785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u="sng" dirty="0"/>
              <a:t>Social Media:</a:t>
            </a:r>
          </a:p>
          <a:p>
            <a:endParaRPr lang="en-GB" sz="1200" dirty="0"/>
          </a:p>
          <a:p>
            <a:r>
              <a:rPr lang="en-GB" sz="1200" dirty="0"/>
              <a:t>Email address, Instagram, social medias etc… for more contact via other platforms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5F634F8-E9AB-229F-A99D-A948A8B1291B}"/>
              </a:ext>
            </a:extLst>
          </p:cNvPr>
          <p:cNvCxnSpPr>
            <a:cxnSpLocks/>
          </p:cNvCxnSpPr>
          <p:nvPr/>
        </p:nvCxnSpPr>
        <p:spPr>
          <a:xfrm flipH="1">
            <a:off x="9889958" y="3652315"/>
            <a:ext cx="7860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5F6E8E8-FDE9-AB5A-50A5-B20AFE24E5F8}"/>
              </a:ext>
            </a:extLst>
          </p:cNvPr>
          <p:cNvSpPr txBox="1"/>
          <p:nvPr/>
        </p:nvSpPr>
        <p:spPr>
          <a:xfrm>
            <a:off x="10742608" y="3049154"/>
            <a:ext cx="13785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u="sng" dirty="0"/>
              <a:t>Locations box:</a:t>
            </a:r>
          </a:p>
          <a:p>
            <a:pPr algn="r"/>
            <a:endParaRPr lang="en-GB" sz="1200" dirty="0"/>
          </a:p>
          <a:p>
            <a:pPr algn="r"/>
            <a:r>
              <a:rPr lang="en-GB" sz="1200" dirty="0"/>
              <a:t>This box will contain both the locations address with titles for each location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FBFB1B2-1998-F036-6AA6-6CC741D21351}"/>
              </a:ext>
            </a:extLst>
          </p:cNvPr>
          <p:cNvSpPr txBox="1"/>
          <p:nvPr/>
        </p:nvSpPr>
        <p:spPr>
          <a:xfrm>
            <a:off x="11545715" y="-45720"/>
            <a:ext cx="7072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1" dirty="0"/>
              <a:t>Contact Us</a:t>
            </a:r>
          </a:p>
        </p:txBody>
      </p:sp>
    </p:spTree>
    <p:extLst>
      <p:ext uri="{BB962C8B-B14F-4D97-AF65-F5344CB8AC3E}">
        <p14:creationId xmlns:p14="http://schemas.microsoft.com/office/powerpoint/2010/main" val="4150622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1582</TotalTime>
  <Words>393</Words>
  <Application>Microsoft Office PowerPoint</Application>
  <PresentationFormat>Widescreen</PresentationFormat>
  <Paragraphs>115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Baskerville Old Face</vt:lpstr>
      <vt:lpstr>Calibri</vt:lpstr>
      <vt:lpstr>Office Theme</vt:lpstr>
      <vt:lpstr>Wireframes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Jasmir Mohammed Chowdhury</dc:creator>
  <cp:lastModifiedBy>Jasmir Mohammed Chowdhury</cp:lastModifiedBy>
  <cp:revision>6</cp:revision>
  <dcterms:created xsi:type="dcterms:W3CDTF">2026-04-09T10:35:45Z</dcterms:created>
  <dcterms:modified xsi:type="dcterms:W3CDTF">2026-04-23T09:57:19Z</dcterms:modified>
</cp:coreProperties>
</file>